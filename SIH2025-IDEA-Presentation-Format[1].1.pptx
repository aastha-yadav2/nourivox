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file/d/1MLoG5T3o2V-yVT2GZjZRrVJWJDKXH1rw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273170"/>
            <a:ext cx="6791890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25049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AI-Driven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Public Health Chatbot for Disease Awareness.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MedTech/ Bio Tech/HealthTech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Silver Strikers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613" y="9013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SILVER STRIKERS</a:t>
            </a:r>
            <a:endParaRPr lang="en-IN" sz="1400" b="1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9882" y="88393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04DF44-9D06-21F3-874D-B0128EB5A7A1}"/>
              </a:ext>
            </a:extLst>
          </p:cNvPr>
          <p:cNvSpPr txBox="1"/>
          <p:nvPr/>
        </p:nvSpPr>
        <p:spPr>
          <a:xfrm>
            <a:off x="1778567" y="91405"/>
            <a:ext cx="82388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 Black" panose="020B0A04020102020204" pitchFamily="34" charset="0"/>
                <a:cs typeface="Arial" panose="020B0604020202020204" pitchFamily="34" charset="0"/>
              </a:rPr>
              <a:t>AI-Driven Public Health Chatbot for Disease        Awareness</a:t>
            </a:r>
            <a:endParaRPr lang="en-US" sz="2400" b="1" dirty="0">
              <a:latin typeface="Arial Black" panose="020B0A040201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676203-2EFD-D76C-FC4E-613A5B17BCF7}"/>
              </a:ext>
            </a:extLst>
          </p:cNvPr>
          <p:cNvSpPr txBox="1"/>
          <p:nvPr/>
        </p:nvSpPr>
        <p:spPr>
          <a:xfrm>
            <a:off x="304800" y="1625778"/>
            <a:ext cx="51911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chatbot for pre-diagnosis, mental health, wellness, triage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Integrates Govt. health schemes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Multilingual, multimodal, emotionally intelligent</a:t>
            </a:r>
          </a:p>
          <a:p>
            <a:r>
              <a:rPr lang="en-US" b="1" dirty="0"/>
              <a:t>Problem Addressed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Delayed responses, unsafe self-diagnosis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Language barriers in healthcare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access to Govt. health schemes</a:t>
            </a:r>
          </a:p>
          <a:p>
            <a:r>
              <a:rPr lang="en-US" b="1" dirty="0"/>
              <a:t>Uniqueness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for rural and underserved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cost, lightweight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Emergency and Triage Support (Helpline Number)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Prescription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Patient Safety disclaimer</a:t>
            </a:r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0E04835-1E91-C4CE-C137-B6F37D8DEA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54" t="6612" r="5377" b="8236"/>
          <a:stretch>
            <a:fillRect/>
          </a:stretch>
        </p:blipFill>
        <p:spPr>
          <a:xfrm>
            <a:off x="5342254" y="1299655"/>
            <a:ext cx="6666748" cy="47662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/>
          </a:p>
          <a:p>
            <a:pPr algn="ctr"/>
            <a:r>
              <a:rPr lang="en-US" sz="1400" b="1" dirty="0"/>
              <a:t>SILVER STRIKERS</a:t>
            </a:r>
            <a:endParaRPr lang="en-IN" sz="1400" b="1" dirty="0"/>
          </a:p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6C99FDF-4CCF-4876-B2F8-6F091BB41CAC}"/>
              </a:ext>
            </a:extLst>
          </p:cNvPr>
          <p:cNvSpPr txBox="1"/>
          <p:nvPr/>
        </p:nvSpPr>
        <p:spPr>
          <a:xfrm>
            <a:off x="329773" y="1974021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Impact:</a:t>
            </a: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Citizens: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Instant, reliable healthcare guidance.</a:t>
            </a: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Govt.: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Wider adoption of health schemes.</a:t>
            </a: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Doctors: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Reduced OPD load, better triaging.</a:t>
            </a: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Society: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Preventive &amp; holistic healthcare.</a:t>
            </a:r>
          </a:p>
          <a:p>
            <a:pPr lvl="0" algn="just">
              <a:defRPr/>
            </a:pPr>
            <a:endParaRPr lang="en-US" sz="1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Benefits:</a:t>
            </a: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Multilingual, empathetic access.</a:t>
            </a: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Cost saving for patients &amp; hospitals.</a:t>
            </a: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Health: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Self diagnosis, mental well-being.</a:t>
            </a: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Emergency: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First-aid &amp; hospital redirection.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E2BD268-365F-695A-11C9-D657FF8B93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706"/>
          <a:stretch>
            <a:fillRect/>
          </a:stretch>
        </p:blipFill>
        <p:spPr>
          <a:xfrm>
            <a:off x="5670725" y="1200097"/>
            <a:ext cx="6264099" cy="50181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/>
          </a:p>
          <a:p>
            <a:pPr algn="ctr"/>
            <a:r>
              <a:rPr lang="en-US" sz="1400" b="1" dirty="0"/>
              <a:t>SILVER STRIKERS</a:t>
            </a:r>
            <a:endParaRPr lang="en-IN" sz="1400" b="1" dirty="0"/>
          </a:p>
          <a:p>
            <a:pPr algn="ctr"/>
            <a:endParaRPr lang="en-IN" sz="1100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12D47C-411E-CF7A-F730-CB66A866A745}"/>
              </a:ext>
            </a:extLst>
          </p:cNvPr>
          <p:cNvSpPr txBox="1"/>
          <p:nvPr/>
        </p:nvSpPr>
        <p:spPr>
          <a:xfrm>
            <a:off x="215473" y="1370306"/>
            <a:ext cx="81658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Feasibility:                                  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Open-source AI &amp; cloud infra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Existing Govt. 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Scalable modular design.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Ensuring medical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Multilingual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privacy &amp; compliance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9FBB8-C4A0-3034-9EAE-8991A385EB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17" t="2657" r="7228"/>
          <a:stretch>
            <a:fillRect/>
          </a:stretch>
        </p:blipFill>
        <p:spPr>
          <a:xfrm>
            <a:off x="5753100" y="1863257"/>
            <a:ext cx="5629275" cy="42624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52C89A-BA3E-C6F2-84DA-1626E2D53E17}"/>
              </a:ext>
            </a:extLst>
          </p:cNvPr>
          <p:cNvSpPr txBox="1"/>
          <p:nvPr/>
        </p:nvSpPr>
        <p:spPr>
          <a:xfrm>
            <a:off x="6628392" y="1325459"/>
            <a:ext cx="744567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sz="2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Solution:</a:t>
            </a: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                            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8804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/>
          </a:p>
          <a:p>
            <a:pPr algn="ctr"/>
            <a:r>
              <a:rPr lang="en-US" sz="1400" b="1" dirty="0"/>
              <a:t>SILVER STRIKERS</a:t>
            </a:r>
            <a:endParaRPr lang="en-IN" sz="1400" b="1" dirty="0"/>
          </a:p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7B835D-98FE-CE09-B6BC-A7B960EC9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730" y="1597680"/>
            <a:ext cx="4384291" cy="411470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48C598E-3DF7-6DC0-B460-C2C2DA315315}"/>
              </a:ext>
            </a:extLst>
          </p:cNvPr>
          <p:cNvSpPr txBox="1"/>
          <p:nvPr/>
        </p:nvSpPr>
        <p:spPr>
          <a:xfrm>
            <a:off x="0" y="2223872"/>
            <a:ext cx="41637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Impact:</a:t>
            </a: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Citizens: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Instant, reliable healthcare guidance.</a:t>
            </a: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Govt.: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Wider adoption of health schemes.</a:t>
            </a: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Doctors: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Reduced OPD load, better triaging.</a:t>
            </a: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Society: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Preventive &amp; holistic healthcare.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FC449E-7C93-B85B-853D-F970B8D46A2A}"/>
              </a:ext>
            </a:extLst>
          </p:cNvPr>
          <p:cNvSpPr txBox="1"/>
          <p:nvPr/>
        </p:nvSpPr>
        <p:spPr>
          <a:xfrm>
            <a:off x="8598626" y="2306167"/>
            <a:ext cx="34518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Benefits:</a:t>
            </a: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Multilingual, empathetic access.</a:t>
            </a: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Cost saving for patients &amp; hospitals.</a:t>
            </a: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Health: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Self diagnosis, mental well-being.</a:t>
            </a:r>
          </a:p>
          <a:p>
            <a:pPr lvl="0" algn="just"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Emergency: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First-aid &amp; hospital redirection.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72440" y="52387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2342677"/>
            <a:ext cx="9385300" cy="1682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Ministry of AYUSH Guidelines</a:t>
            </a:r>
          </a:p>
          <a:p>
            <a:pPr marL="457200" lvl="0" indent="-457200"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WHO &amp; NHP healthcare resources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/>
          </a:p>
          <a:p>
            <a:pPr algn="ctr"/>
            <a:r>
              <a:rPr lang="en-US" sz="1400" b="1" dirty="0"/>
              <a:t>SILVER STRIKERS</a:t>
            </a:r>
            <a:endParaRPr lang="en-IN" sz="1400" b="1" dirty="0"/>
          </a:p>
          <a:p>
            <a:pPr algn="ctr"/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E3E869-BAE9-EF14-9F06-07A1708F31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760"/>
          <a:stretch>
            <a:fillRect/>
          </a:stretch>
        </p:blipFill>
        <p:spPr>
          <a:xfrm>
            <a:off x="6541879" y="1971788"/>
            <a:ext cx="5215573" cy="291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560902-75F2-7DCA-BFF3-4566F8689881}"/>
              </a:ext>
            </a:extLst>
          </p:cNvPr>
          <p:cNvSpPr txBox="1"/>
          <p:nvPr/>
        </p:nvSpPr>
        <p:spPr>
          <a:xfrm>
            <a:off x="415497" y="136522"/>
            <a:ext cx="951159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Demo of the Prototype with the Problem Statement.</a:t>
            </a:r>
          </a:p>
          <a:p>
            <a:pPr algn="just">
              <a:defRPr/>
            </a:pPr>
            <a:endParaRPr lang="en-US" sz="28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defRPr/>
            </a:pPr>
            <a:endParaRPr lang="en-US" sz="28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defRPr/>
            </a:pPr>
            <a:endParaRPr lang="en-US" sz="28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defRPr/>
            </a:pPr>
            <a:endParaRPr lang="en-US" sz="28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defRPr/>
            </a:pPr>
            <a:r>
              <a:rPr lang="en-US" sz="280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DemoLink</a:t>
            </a: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-</a:t>
            </a: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https://drive.google.com/file/d/1MLoG5T3o2V-yVT2GZjZRrVJWJDKXH1rw/</a:t>
            </a:r>
            <a:r>
              <a:rPr lang="en-US" sz="28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view?usp</a:t>
            </a: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=sharing</a:t>
            </a:r>
            <a:endParaRPr lang="en-US" sz="28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D857F9-0CCA-47B1-612B-4ADF8786278D}"/>
              </a:ext>
            </a:extLst>
          </p:cNvPr>
          <p:cNvSpPr txBox="1"/>
          <p:nvPr/>
        </p:nvSpPr>
        <p:spPr>
          <a:xfrm>
            <a:off x="4648200" y="5835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Thank You….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8957</TotalTime>
  <Words>379</Words>
  <Application>Microsoft Office PowerPoint</Application>
  <PresentationFormat>Widescreen</PresentationFormat>
  <Paragraphs>94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Arial Black</vt:lpstr>
      <vt:lpstr>Calibri</vt:lpstr>
      <vt:lpstr>Garamond</vt:lpstr>
      <vt:lpstr>Times New Roman</vt:lpstr>
      <vt:lpstr>TradeGothic</vt:lpstr>
      <vt:lpstr>Office Theme</vt:lpstr>
      <vt:lpstr>SMART INDIA HACKATHON 2025</vt:lpstr>
      <vt:lpstr> </vt:lpstr>
      <vt:lpstr>TECHNICAL APPROACH</vt:lpstr>
      <vt:lpstr>FEASIBILITY AND VIABILITY</vt:lpstr>
      <vt:lpstr>IMPACT AND BENEFITS 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Aastha Yadav</cp:lastModifiedBy>
  <cp:revision>152</cp:revision>
  <dcterms:created xsi:type="dcterms:W3CDTF">2013-12-12T18:46:50Z</dcterms:created>
  <dcterms:modified xsi:type="dcterms:W3CDTF">2026-03-05T07:05:49Z</dcterms:modified>
  <cp:category/>
</cp:coreProperties>
</file>